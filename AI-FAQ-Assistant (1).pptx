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159000"/>
            <a:ext cx="6349841" cy="2641600"/>
          </a:xfrm>
          <a:prstGeom prst="roundRect">
            <a:avLst>
              <a:gd name="adj" fmla="val 8077"/>
            </a:avLst>
          </a:prstGeom>
          <a:solidFill>
            <a:srgbClr val="EEF7F2"/>
          </a:solidFill>
          <a:ln/>
        </p:spPr>
      </p:sp>
      <p:sp>
        <p:nvSpPr>
          <p:cNvPr id="3" name="Text 1"/>
          <p:cNvSpPr/>
          <p:nvPr/>
        </p:nvSpPr>
        <p:spPr>
          <a:xfrm>
            <a:off x="1117572" y="2514600"/>
            <a:ext cx="5537061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FAQ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Assistant</a:t>
            </a:r>
            <a:endParaRPr lang="en-US" sz="7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48655"/>
            <a:ext cx="634984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03202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7A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105422"/>
            <a:ext cx="6349841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253952"/>
            <a:ext cx="6349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Why support teams need an AI FAQ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2855913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7A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3158133"/>
            <a:ext cx="6349841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3306663"/>
            <a:ext cx="6349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architecture and request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3908623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7A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585" y="4210844"/>
            <a:ext cx="6349841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3" name="Text 11"/>
          <p:cNvSpPr/>
          <p:nvPr/>
        </p:nvSpPr>
        <p:spPr>
          <a:xfrm>
            <a:off x="609585" y="4359374"/>
            <a:ext cx="6349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Security, data model, and API operations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585" y="4961334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27A5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585" y="5263555"/>
            <a:ext cx="6349841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5" y="5412085"/>
            <a:ext cx="63498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Setup, testing, and developer handoff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876678" cy="6248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Support teams need answers that stay organized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549896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Repetition is the signal. Structure is the response.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022971"/>
            <a:ext cx="5333867" cy="3920629"/>
          </a:xfrm>
          <a:prstGeom prst="roundRect">
            <a:avLst>
              <a:gd name="adj" fmla="val 5442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251571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the team faces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2790627"/>
            <a:ext cx="4876678" cy="1378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Repetitive inquiries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drafting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Scattered documentation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visibility into search trends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2022971"/>
            <a:ext cx="5333867" cy="3920629"/>
          </a:xfrm>
          <a:prstGeom prst="roundRect">
            <a:avLst>
              <a:gd name="adj" fmla="val 5442"/>
            </a:avLst>
          </a:prstGeom>
          <a:solidFill>
            <a:srgbClr val="EEF7F2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2251571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the backend creates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76838" y="2790627"/>
            <a:ext cx="487667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centralized backend that turns questions into structured, searchable FAQ content.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One API coordinates the full FAQ lifecycle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568946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Each request moves through a controlled backend path.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342" y="1978124"/>
            <a:ext cx="8834911" cy="3809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2852" y="5051792"/>
            <a:ext cx="2137960" cy="277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Persistence &amp; AI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72852" y="4169861"/>
            <a:ext cx="2189553" cy="277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Middleware Validation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272852" y="3296839"/>
            <a:ext cx="2137960" cy="277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Express Routing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272852" y="2414908"/>
            <a:ext cx="2137960" cy="277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Client Requests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Security is enforced before data changes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568946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Identity, credentials, authorization, and errors are handled before persistence.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83" y="1978124"/>
            <a:ext cx="10794730" cy="3379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3055" y="3193511"/>
            <a:ext cx="1680816" cy="324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spc="-39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JWT Sessions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3055" y="3600791"/>
            <a:ext cx="1680816" cy="530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 routes and set user context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16964" y="3031378"/>
            <a:ext cx="1680815" cy="648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spc="-39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Bcrypt Hashing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3916964" y="3762816"/>
            <a:ext cx="1680815" cy="530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Hash passwords before storing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88726" y="2898684"/>
            <a:ext cx="1680815" cy="648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spc="-39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Authorization Rules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388726" y="3630123"/>
            <a:ext cx="1680815" cy="796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Creators manage own records; admins control all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932353" y="3061142"/>
            <a:ext cx="1867080" cy="32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spc="-39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Error Handling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932353" y="3468422"/>
            <a:ext cx="1867080" cy="796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Sanitize responses; avoid leaking DB details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data model keeps people, FAQs, and categories connected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026642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Relationships make content manageable, searchable, and reviewable.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94" y="2435820"/>
            <a:ext cx="3682908" cy="3682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12188" y="2918487"/>
            <a:ext cx="1186743" cy="20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12188" y="3177947"/>
            <a:ext cx="1186743" cy="67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Creates and manages multiple FAQ records for review.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99267" y="2918487"/>
            <a:ext cx="1186744" cy="20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FAQ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99267" y="3177947"/>
            <a:ext cx="1186744" cy="67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 collection linked to categories and search matching.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12188" y="4705541"/>
            <a:ext cx="1186743" cy="20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12188" y="4965001"/>
            <a:ext cx="1186743" cy="67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Organizes published FAQ content for navigation and search.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99267" y="4705541"/>
            <a:ext cx="1186744" cy="206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AI-Generated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99267" y="4965001"/>
            <a:ext cx="1186744" cy="67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Drafted answers reviewed and saved into the FAQ collection.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Four roles keep access predictable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568946"/>
            <a:ext cx="5410065" cy="2263279"/>
          </a:xfrm>
          <a:prstGeom prst="roundRect">
            <a:avLst>
              <a:gd name="adj" fmla="val 9427"/>
            </a:avLst>
          </a:prstGeom>
          <a:solidFill>
            <a:srgbClr val="EEF7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797546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451596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8179" y="2990652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Manages users, FAQs, categories, and AI-generated content.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72046" y="1568946"/>
            <a:ext cx="5410065" cy="2263279"/>
          </a:xfrm>
          <a:prstGeom prst="roundRect">
            <a:avLst>
              <a:gd name="adj" fmla="val 9427"/>
            </a:avLst>
          </a:prstGeom>
          <a:solidFill>
            <a:srgbClr val="EEF7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1797546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640" y="2451596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Content creator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400640" y="2990652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Creates, edits, deletes, categorizes, and generates FAQs.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9585" y="3984625"/>
            <a:ext cx="5410065" cy="2263279"/>
          </a:xfrm>
          <a:prstGeom prst="roundRect">
            <a:avLst>
              <a:gd name="adj" fmla="val 9427"/>
            </a:avLst>
          </a:prstGeom>
          <a:solidFill>
            <a:srgbClr val="EEF7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4213225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" y="4867275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Authenticated user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8179" y="5406330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Searches public FAQs and requests AI-assisted answers.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172046" y="3984625"/>
            <a:ext cx="5410065" cy="2263279"/>
          </a:xfrm>
          <a:prstGeom prst="roundRect">
            <a:avLst>
              <a:gd name="adj" fmla="val 9427"/>
            </a:avLst>
          </a:prstGeom>
          <a:solidFill>
            <a:srgbClr val="EEF7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4213225"/>
            <a:ext cx="539736" cy="539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640" y="4867275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Public user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6400640" y="5406330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Reads and searches published FAQs without protected-route access.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6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adds speed without bypassing the backend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568946"/>
            <a:ext cx="5333867" cy="4374654"/>
          </a:xfrm>
          <a:prstGeom prst="roundRect">
            <a:avLst>
              <a:gd name="adj" fmla="val 4877"/>
            </a:avLst>
          </a:prstGeom>
          <a:solidFill>
            <a:srgbClr val="EEF7F2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1797546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from a topic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2336602"/>
            <a:ext cx="487667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Private clients can request a generated FAQ pair from a topic.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179" y="3117850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3387725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supplies structure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8179" y="3926780"/>
            <a:ext cx="487667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 Gemini integration produces a question, answer, and category suggestion.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1568946"/>
            <a:ext cx="5333867" cy="4374654"/>
          </a:xfrm>
          <a:prstGeom prst="roundRect">
            <a:avLst>
              <a:gd name="adj" fmla="val 4877"/>
            </a:avLst>
          </a:prstGeom>
          <a:solidFill>
            <a:srgbClr val="EEF7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1797546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Controllers stay in the path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6838" y="2336602"/>
            <a:ext cx="4876678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result moves through validation and persistence rather than writing directly to the database.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76838" y="3424337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3694212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 gets faster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6838" y="4233267"/>
            <a:ext cx="487667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Semantic search helps users find the right answer faster.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Setup stays lightweight for a cross-platform team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504083"/>
            <a:ext cx="3454314" cy="2307630"/>
          </a:xfrm>
          <a:prstGeom prst="roundRect">
            <a:avLst>
              <a:gd name="adj" fmla="val 9246"/>
            </a:avLst>
          </a:prstGeom>
          <a:solidFill>
            <a:srgbClr val="EEF7F2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3268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0" dirty="0">
                <a:solidFill>
                  <a:srgbClr val="4646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RUNTIME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179" y="3034903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Node.js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38179" y="3892153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v18 or above</a:t>
            </a:r>
            <a:endParaRPr lang="en-US" sz="17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npm v9 or above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8691" y="2504083"/>
            <a:ext cx="3454314" cy="2307630"/>
          </a:xfrm>
          <a:prstGeom prst="roundRect">
            <a:avLst>
              <a:gd name="adj" fmla="val 9246"/>
            </a:avLst>
          </a:prstGeom>
          <a:solidFill>
            <a:srgbClr val="EEF7F2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273268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0" dirty="0">
                <a:solidFill>
                  <a:srgbClr val="4646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STACK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7285" y="3034903"/>
            <a:ext cx="2997125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Express · MongoDB · Mongoose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85" y="3970139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dotenv · CORS · JWT · bcrypt · Google GenAI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7797" y="2504083"/>
            <a:ext cx="3454314" cy="2307630"/>
          </a:xfrm>
          <a:prstGeom prst="roundRect">
            <a:avLst>
              <a:gd name="adj" fmla="val 9246"/>
            </a:avLst>
          </a:prstGeom>
          <a:solidFill>
            <a:srgbClr val="EE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1" y="273268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0" dirty="0">
                <a:solidFill>
                  <a:srgbClr val="4646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DEVELOPMENT LOOP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56391" y="3034903"/>
            <a:ext cx="2997125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Initialize → install → start → verify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56391" y="3970139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Verify routes in Postman or ThunderClient.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53654"/>
            <a:ext cx="640064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the contract through five representative routes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546846"/>
            <a:ext cx="6349841" cy="2857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531" y="2637542"/>
            <a:ext cx="1111222" cy="190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-23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91531" y="2876876"/>
            <a:ext cx="1111222" cy="3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Register and log in via public routes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690542" y="4702628"/>
            <a:ext cx="1117328" cy="190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-23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Create FAQ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90542" y="4941961"/>
            <a:ext cx="1117328" cy="468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POST to protected bearer-token endpoint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77342" y="2616172"/>
            <a:ext cx="1111222" cy="190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-23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Search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777342" y="2855506"/>
            <a:ext cx="1111222" cy="31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Query published FAQs via public route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76352" y="4702628"/>
            <a:ext cx="1111222" cy="190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-23" kern="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Generate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76352" y="4941961"/>
            <a:ext cx="1111222" cy="468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Protected automation route creates FAQ pair</a:t>
            </a:r>
            <a:endParaRPr lang="en-US" sz="8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304800"/>
            <a:ext cx="4876678" cy="6248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11400247" y="6583859"/>
            <a:ext cx="791448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50104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Riverside Gardens · Town hall 2026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544068"/>
            <a:ext cx="10972526" cy="142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200" spc="-336" kern="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11200" dirty="0"/>
          </a:p>
        </p:txBody>
      </p:sp>
      <p:sp>
        <p:nvSpPr>
          <p:cNvPr id="5" name="Shape 3"/>
          <p:cNvSpPr/>
          <p:nvPr/>
        </p:nvSpPr>
        <p:spPr>
          <a:xfrm>
            <a:off x="609585" y="4221857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9735" y="6583859"/>
            <a:ext cx="75196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2026-09-28T04:00:21Z</dcterms:created>
  <dcterms:modified xsi:type="dcterms:W3CDTF">2026-09-28T04:00:21Z</dcterms:modified>
</cp:coreProperties>
</file>